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Book1_1751722834441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F92F635-A1B5-437D-A1C3-1EE1AD6A489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A5999EF-C762-4FB2-99F6-8A5BEDC3656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7/5/2025 1:50:18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319858AE-DB5D-41C7-AC1D-7C902FD50E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3551"/>
            <a:ext cx="12192000" cy="481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2025-07-05T13:50:19Z</dcterms:created>
  <dcterms:modified xsi:type="dcterms:W3CDTF">2025-07-05T13:50:19Z</dcterms:modified>
</cp:coreProperties>
</file>